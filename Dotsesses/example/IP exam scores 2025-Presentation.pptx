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.png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2.pn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image" Target="/ppt/media/image3.pn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" y="190500"/>
            <a:ext cx="1092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IP exam scores 2025 - Score Distribution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635000" y="3429000"/>
            <a:ext cx="10922000" cy="6350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4286819842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" y="190500"/>
            <a:ext cx="1092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IP exam scores 2025 - Component Analysis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1358900" y="825500"/>
            <a:ext cx="9474200" cy="58420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3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" y="190500"/>
            <a:ext cx="1092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IP exam scores 2025 - Score Correlations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2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1358900" y="825500"/>
            <a:ext cx="9474200" cy="5842000"/>
          </a:xfrm>
          <a:prstGeom xmlns:a="http://schemas.openxmlformats.org/drawingml/2006/main" prst="rect"/>
        </p:spPr>
      </p:pic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4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35000" y="190500"/>
            <a:ext cx="109220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</a:rPr>
              <a:t>IP exam scores 2025 - Grade Breakdown</a:t>
            </a: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mlns:a="http://schemas.openxmlformats.org/drawingml/2006/main" x="2032000" y="1143000"/>
          <a:ext xmlns:a="http://schemas.openxmlformats.org/drawingml/2006/main" cx="8128000" cy="4820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Grade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Count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Target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Percentage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Delta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1-2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4.0%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A-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1-4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8.0%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B+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2-5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12.0%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B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5-8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24.0%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B-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2-6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16.0%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C+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2-6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16.0%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C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1-5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12.0%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C-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0-0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D+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0-0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0-0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4.0%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+1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0-0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4.0%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+1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Total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100%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/>
                        <a:t>-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2026-01-02T16:26:37.2161390Z</dcterms:modified>
</coreProperties>
</file>